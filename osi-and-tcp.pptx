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ADCC7-0FD6-46DC-B8E0-10C7D5B11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0642AA-BE8F-861C-52FC-1367AD566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38269A-3277-E986-5A9A-99860EB1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8B92A3-DA80-F8CD-39BD-51D652C4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2B79B-D488-5B7D-C113-EBEF1401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4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67950-55A2-7F8B-5BF0-8E493309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23F33C-0C1B-31AD-42F6-9780D568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9F299-6BFD-2F9B-2615-5EC2FA1F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4F9ABF-B73B-169D-26AC-32CFF1E9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63FD25-F68E-457F-20B8-E16E8A03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828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69F3D-B1CF-F638-02AE-7E268C822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8FAEF6-7F5F-99BE-F336-D23C503B7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9A0B51-8211-332D-B8FD-4FBE80510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08AB1A-2509-5D22-9178-3032EB6F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6EAC5-A066-21D2-6A80-ED6278C3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06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22900B-FA5E-0754-4907-B857AC0C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23BADC-8B76-EFCD-593F-783243D81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5A4232-D3DA-EFFF-7892-556B14BA4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B4EAB5-A6F6-77DE-7088-424B1751D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108510-600E-E1C2-679D-A2EE1B55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3DE6C5-0E55-29F5-641C-E0B6B7C0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06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8547E-E865-3BAF-D71F-45F44322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DC42CA-E173-DF5F-C148-855BE598F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FB1448-CDE4-52CF-1576-82C1D738E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F6CD07-AD8B-E4A7-E350-158B49D71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7532AD-CF3A-EBEE-48CA-629D85DF7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5B3676-D21A-6265-781E-C24C54F8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E82493-F071-0C80-AC83-37CABD80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56B514-E4CA-0FDF-6AE0-FE1151EB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1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02E92-AB65-CCC2-0E0A-EAC9284F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71096A-7438-33E6-CBDC-6807A9B0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BB97DA-6E85-A20B-9D9B-E9D7B0C9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96380B-7564-24B9-651B-8CF8928C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64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253AC5-0941-630C-37BB-BB8B8D77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CB6A69-C244-6243-B69A-49123EE0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5E6844-3661-E4F8-E6BF-59062A5D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23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29F93-AC1F-9926-EBD1-06B7D933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FDE5BD-91A1-3954-741A-4B786F88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B6359C-EDB6-BE5B-3D51-9857D94FC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2A41D4-AC2F-0B0F-780C-D86F04B7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2BFD99-CFD3-33B4-1F03-2F5EEABD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6F7A99-E495-E391-F2A3-B1C2DD31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5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34304-D975-95B3-2F14-A53C1CEF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350BAD-6B57-F360-A769-BACD611D8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2052D7-4C46-B03A-3126-1F81D6F20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42ED36-6698-1AA8-34EC-596FFCF6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CA883F-2A08-C4E5-ADBF-2D03ECA7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C96932-453C-AE97-827D-C94E7D23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62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45818-E6DA-D092-9113-81F31CDA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3FC2ED-2F75-6F82-3E58-B956D2C1A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0A6F3D-3875-7B13-17CA-3A01A9ED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C490B6-3A17-717A-B260-BE2BC530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703AB-E0F4-6363-E6A0-77B91CE8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01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7790D3-DDB1-FCC8-BEEC-032578914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0D4E4E-73A8-1119-EFDF-0E86B61E2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F7DB6-89A8-48E2-CDA1-1502DD66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D95F41-931B-009A-195B-1E228EFD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4B7483-A415-F59A-E6DB-EC8387B2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23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681953-BF0A-EE52-C812-79964A75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B93330-3D9E-562E-D448-66886A9DE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D13EF3-2912-CBA1-C99C-55D9005CE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A6E8E-2710-4FF6-B4B0-DA86B5CC44B8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ACFAE1-4617-3F6A-04A4-418DCC239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10C35-F13E-7B24-FC3E-6DC405BF3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17A73-BDDA-442C-9D26-FF8C44E87D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54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8E020F1-3F4B-5F74-2BE3-212B9A9F2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180955"/>
              </p:ext>
            </p:extLst>
          </p:nvPr>
        </p:nvGraphicFramePr>
        <p:xfrm>
          <a:off x="69012" y="20054"/>
          <a:ext cx="12053975" cy="6794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795">
                  <a:extLst>
                    <a:ext uri="{9D8B030D-6E8A-4147-A177-3AD203B41FA5}">
                      <a16:colId xmlns:a16="http://schemas.microsoft.com/office/drawing/2014/main" val="2161089493"/>
                    </a:ext>
                  </a:extLst>
                </a:gridCol>
                <a:gridCol w="2410795">
                  <a:extLst>
                    <a:ext uri="{9D8B030D-6E8A-4147-A177-3AD203B41FA5}">
                      <a16:colId xmlns:a16="http://schemas.microsoft.com/office/drawing/2014/main" val="2687048426"/>
                    </a:ext>
                  </a:extLst>
                </a:gridCol>
                <a:gridCol w="2410795">
                  <a:extLst>
                    <a:ext uri="{9D8B030D-6E8A-4147-A177-3AD203B41FA5}">
                      <a16:colId xmlns:a16="http://schemas.microsoft.com/office/drawing/2014/main" val="1054194151"/>
                    </a:ext>
                  </a:extLst>
                </a:gridCol>
                <a:gridCol w="2410795">
                  <a:extLst>
                    <a:ext uri="{9D8B030D-6E8A-4147-A177-3AD203B41FA5}">
                      <a16:colId xmlns:a16="http://schemas.microsoft.com/office/drawing/2014/main" val="1091418160"/>
                    </a:ext>
                  </a:extLst>
                </a:gridCol>
                <a:gridCol w="2410795">
                  <a:extLst>
                    <a:ext uri="{9D8B030D-6E8A-4147-A177-3AD203B41FA5}">
                      <a16:colId xmlns:a16="http://schemas.microsoft.com/office/drawing/2014/main" val="146100538"/>
                    </a:ext>
                  </a:extLst>
                </a:gridCol>
              </a:tblGrid>
              <a:tr h="993230">
                <a:tc>
                  <a:txBody>
                    <a:bodyPr/>
                    <a:lstStyle/>
                    <a:p>
                      <a:pPr algn="l" latinLnBrk="1"/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OSI Model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Layer Number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TCP/IP Layer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Other Protocol</a:t>
                      </a:r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870458"/>
                  </a:ext>
                </a:extLst>
              </a:tr>
              <a:tr h="8198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Alligator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>
                          <a:latin typeface="+mn-lt"/>
                        </a:rPr>
                        <a:t>Application</a:t>
                      </a:r>
                      <a:endParaRPr lang="ko-KR" altLang="en-US" sz="2600" dirty="0">
                        <a:latin typeface="+mn-lt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L7(Firewall)</a:t>
                      </a:r>
                      <a:endParaRPr lang="ko-KR" altLang="en-US" sz="26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HTTP</a:t>
                      </a:r>
                      <a:endParaRPr lang="ko-KR" altLang="en-US" sz="26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HTTPS, FTP, Telnet, SSH, DNS,..</a:t>
                      </a:r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381277"/>
                  </a:ext>
                </a:extLst>
              </a:tr>
              <a:tr h="8198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Pet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Presentation</a:t>
                      </a:r>
                      <a:endParaRPr lang="ko-KR" altLang="en-US" sz="2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531559"/>
                  </a:ext>
                </a:extLst>
              </a:tr>
              <a:tr h="8198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Steve’s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Session</a:t>
                      </a:r>
                      <a:endParaRPr lang="ko-KR" altLang="en-US" sz="2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89338"/>
                  </a:ext>
                </a:extLst>
              </a:tr>
              <a:tr h="99323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Touch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Transport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L4(NAT)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TCP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UDP, ICMP(?),..</a:t>
                      </a:r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672754"/>
                  </a:ext>
                </a:extLst>
              </a:tr>
              <a:tr h="8198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Not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Network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L3(Router)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IP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IP6, ARP(?),..</a:t>
                      </a:r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14339"/>
                  </a:ext>
                </a:extLst>
              </a:tr>
              <a:tr h="8198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Do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Data Link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L2(Switch)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Ethernet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PPP, </a:t>
                      </a:r>
                      <a:r>
                        <a:rPr lang="en-US" altLang="ko-KR" sz="2600"/>
                        <a:t>HDLC,..</a:t>
                      </a:r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421448"/>
                  </a:ext>
                </a:extLst>
              </a:tr>
              <a:tr h="70893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Please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600" dirty="0"/>
                        <a:t>Physical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741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19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67</Words>
  <Application>Microsoft Office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김호준[ 학부재학 / 사이버국방학과 ]</dc:creator>
  <cp:lastModifiedBy>김호준[ 학부재학 / 사이버국방학과 ]</cp:lastModifiedBy>
  <cp:revision>3</cp:revision>
  <dcterms:created xsi:type="dcterms:W3CDTF">2026-03-18T07:43:04Z</dcterms:created>
  <dcterms:modified xsi:type="dcterms:W3CDTF">2026-03-24T04:35:59Z</dcterms:modified>
</cp:coreProperties>
</file>